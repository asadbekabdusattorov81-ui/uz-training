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04518-E225-4A7F-B4C4-E60D62648695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688DA-1137-4BDB-B97E-2F1ACB719F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183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04518-E225-4A7F-B4C4-E60D62648695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688DA-1137-4BDB-B97E-2F1ACB719F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7933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04518-E225-4A7F-B4C4-E60D62648695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688DA-1137-4BDB-B97E-2F1ACB719F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7724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04518-E225-4A7F-B4C4-E60D62648695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688DA-1137-4BDB-B97E-2F1ACB719F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6569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04518-E225-4A7F-B4C4-E60D62648695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688DA-1137-4BDB-B97E-2F1ACB719F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4318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04518-E225-4A7F-B4C4-E60D62648695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688DA-1137-4BDB-B97E-2F1ACB719F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2416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04518-E225-4A7F-B4C4-E60D62648695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688DA-1137-4BDB-B97E-2F1ACB719F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8915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04518-E225-4A7F-B4C4-E60D62648695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688DA-1137-4BDB-B97E-2F1ACB719F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048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04518-E225-4A7F-B4C4-E60D62648695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688DA-1137-4BDB-B97E-2F1ACB719F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0353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04518-E225-4A7F-B4C4-E60D62648695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688DA-1137-4BDB-B97E-2F1ACB719F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4836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04518-E225-4A7F-B4C4-E60D62648695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688DA-1137-4BDB-B97E-2F1ACB719F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4772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704518-E225-4A7F-B4C4-E60D62648695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D688DA-1137-4BDB-B97E-2F1ACB719F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750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862074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Admin</dc:creator>
  <cp:lastModifiedBy>Admin</cp:lastModifiedBy>
  <cp:revision>1</cp:revision>
  <dcterms:created xsi:type="dcterms:W3CDTF">2026-02-06T01:29:29Z</dcterms:created>
  <dcterms:modified xsi:type="dcterms:W3CDTF">2026-02-06T01:29:49Z</dcterms:modified>
</cp:coreProperties>
</file>